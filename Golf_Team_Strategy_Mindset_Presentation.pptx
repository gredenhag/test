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6400"/>
                </a:solidFill>
              </a:defRPr>
            </a:pPr>
            <a:r>
              <a:t>Golf Strategy &amp; Mindset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9600"/>
                </a:solidFill>
              </a:defRPr>
            </a:pPr>
            <a:r>
              <a:t>Playing the Percentages for Lower Scores</a:t>
            </a:r>
          </a:p>
          <a:p/>
          <a:p>
            <a:r>
              <a:t>Presented by: [Coach Name]</a:t>
            </a:r>
          </a:p>
          <a:p>
            <a:r>
              <a:t>Date: [Date]</a:t>
            </a:r>
          </a:p>
          <a:p>
            <a:r>
              <a:t>Team: [Team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400"/>
                </a:solidFill>
              </a:defRPr>
            </a:pPr>
            <a:r>
              <a:t>Course Management - Play the Percentages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**The Numbers Don't Lie**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TOUR Average Distance to Pin from 125-150 yards: 23'5"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Key Strategy: If pin is 12" from right edge with water right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  - Aim 15 feet to the left of the green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  - Play for the center, not the pin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  - Let your short game save par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**Why This Works**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Reduces penalty strokes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Increases green-in-regulation percentage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Sets up easier up-and-down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400"/>
                </a:solidFill>
              </a:defRPr>
            </a:pPr>
            <a:r>
              <a:t>Understanding Your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**Know Your Spray Pattern**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Identify your miss tendencies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Where do you miss when you miss?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What's your typical shot shape?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How far offline do you typically go?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FF8C00"/>
                </a:solidFill>
              </a:defRPr>
            </a:pPr>
            <a:r>
              <a:t>**Develop a Go-To Shot**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One reliable shot you can execute under pressure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Practice it until it's automatic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Use it when the pressure is 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Build confidence through repetition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**Practice Strategy**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Focus on your most common shots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Know your yardages with each club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Understand your miss patterns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Build confidence in your go-to shot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FF8C00"/>
                </a:solidFill>
              </a:defRPr>
            </a:pPr>
            <a:r>
              <a:t>**Mental Approach**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Trust your swing under pressure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Don't try to be perfect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Play to your strengths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Stay committed to your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400"/>
                </a:solidFill>
              </a:defRPr>
            </a:pPr>
            <a:r>
              <a:t>Practice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**Focus Areas (In Order)**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1. **Short Game** - 40% of practice time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2. **Wedges** - 30% of practice time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3. **Speed Control** - 20% of practice time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4. **Full Swing** - 10% of practice time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**Why This Distribution?**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Short game saves more strokes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Wedges are scoring clubs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Speed control eliminates three-putts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Full swing is already developed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**Practice Structure**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Start with short game every session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Focus on 30-100 yard shots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Practice putting from 3-10 feet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Work on bunker shots and chips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400"/>
                </a:solidFill>
              </a:defRPr>
            </a:pPr>
            <a:r>
              <a:t>Mental Game - Stay Present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**The Present Shot Principle**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Focus on the shot you're playing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Not the last shot (good or bad)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Not the next shot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**Only the shot in front of you**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**How to Stay Present**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Pre-shot routine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Deep breathing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Clear your mind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Visualize the shot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Execute with commitment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**Common Mental Mistakes**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Dwelling on previous shots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Worrying about future holes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Getting ahead of yourself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Losing focus on the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400"/>
                </a:solidFill>
              </a:defRPr>
            </a:pPr>
            <a:r>
              <a:t>Scoring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**Change Your Language**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FF8C00"/>
                </a:solidFill>
              </a:defRPr>
            </a:pPr>
            <a:r>
              <a:t>**Instead of saying:**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"I made par"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"I got a birdie"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"I made bogey"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FF8C00"/>
                </a:solidFill>
              </a:defRPr>
            </a:pPr>
            <a:r>
              <a:t>**Say:**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"I made 4"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"I made 3"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"I made 5"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**Why This Matters**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Removes emotional attachment to "par"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Focuses on total score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Reduces pressure on individual holes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Creates consistency in approach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FF8C00"/>
                </a:solidFill>
              </a:defRPr>
            </a:pPr>
            <a:r>
              <a:t>**Mental Benefits**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Less pressure on each shot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More objective scoring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Better course management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Improved focus on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400"/>
                </a:solidFill>
              </a:defRPr>
            </a:pPr>
            <a:r>
              <a:t>Tiger's 5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**The Foundation of Great Scoring**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1. **No Double Bogeys**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2. **No Three-Putts**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3. **No Bogeys from Inside 150 Yards** (scoring clubs)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4. **No Blown Easy Up-and-Downs** (double chips)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5. **No Bogeys on Par Fives**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**The Impact**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Follow these rules = 75 or better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Violate these rules = 80+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Focus on what you can control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**How to Track**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Mark violations on your scorecard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Review after each round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Focus on eliminating one rule violation at a time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Celebrate rounds with zero violations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400"/>
                </a:solidFill>
              </a:defRPr>
            </a:pPr>
            <a:r>
              <a:t>Aggressive vs. Risky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**Aggressive Play:**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Committed swing to a specific target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Pre-determined target selection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Calculated risk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High percentage of success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FF8C00"/>
                </a:solidFill>
              </a:defRPr>
            </a:pPr>
            <a:r>
              <a:t>**Risky Play:**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Swinging at the pin regardless of trouble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No margin for error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Low percentage of success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High penalty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**The Target Selection Process**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1. Identify trouble areas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2. Find the safe side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3. Pick a specific target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4. Commit to the shot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FF8C00"/>
                </a:solidFill>
              </a:defRPr>
            </a:pPr>
            <a:r>
              <a:t>**Examples**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Pin tucked left with water left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→ Aim 15 feet right of pin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Pin back with bunker short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→ Aim for middle of green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Pin front with water long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→ Take one less club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400"/>
                </a:solidFill>
              </a:defRPr>
            </a:pPr>
            <a:r>
              <a:t>The Mindset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**Why Most Players Shoot High Scores**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Not playing the percentages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Going for pins in trouble spots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Emotional decision making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Lack of course management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**The Winning Mindset**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**Skill + Practice + Right Mindset = Low Scores**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Play the percentages consistently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Make smart decisions under pressure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Trust your process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**Key Mental Traits**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Patience on the course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Discipline in shot selection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Confidence in your abilities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Focus on the process, not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400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**Remember These Principles**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1. **Play the percentages** - Use the 15-foot rule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2. **Know your game** - Understand your patterns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3. **Practice smart** - Focus on short game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4. **Stay present** - One shot at a time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5. **Score with numbers** - Not par/birdie/bogey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6. **Follow Tiger's rules** - Avoid the big numbers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7. **Be aggressive, not risky** - Committed to targets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**The Bottom Line**</a:t>
            </a: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**It takes skill, practice, and the right mindset to shoot low scores.**</a:t>
            </a: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**Most players shoot high because they don't play the percentages.**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400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**Let's Talk About It**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Which principle resonates most with you?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What's your biggest challenge in course management?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How can we implement these strategies in practice?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What questions do you have?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**Next Steps**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Practice with these principles in mind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Track your adherence to Tiger's rules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Focus on one principle per round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• Review and adjust as needed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 b="1">
                <a:solidFill>
                  <a:srgbClr val="FF8C00"/>
                </a:solidFill>
              </a:defRPr>
            </a:pPr>
            <a:r>
              <a:t>**Quote to Remember**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"Golf is a game of confidence. The more you trust your process, the better you'll play."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